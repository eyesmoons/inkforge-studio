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5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74" r:id="rId14"/>
    <p:sldId id="267" r:id="rId15"/>
    <p:sldId id="268" r:id="rId16"/>
    <p:sldId id="269" r:id="rId17"/>
    <p:sldId id="270" r:id="rId18"/>
    <p:sldId id="271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墨锻工坊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7C160"/>
                </a:solidFill>
                <a:latin typeface="微软雅黑"/>
              </a:defRPr>
            </a:pPr>
            <a:r>
              <a:t>从选题到推送，全程自动化的内容生产系统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2 分钟搞定一篇高质量文章 · 效率提升 48 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85" y="674370"/>
            <a:ext cx="12009755" cy="61087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4620" y="2540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3200" b="1">
                <a:solidFill>
                  <a:srgbClr val="1A1A2E"/>
                </a:solidFill>
                <a:latin typeface="微软雅黑"/>
              </a:rPr>
              <a:t>系统功能全景图</a:t>
            </a:r>
            <a:endParaRPr sz="3200" b="1">
              <a:solidFill>
                <a:srgbClr val="1A1A2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项目背景：内容创作者的七大痛点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C160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灵感枯竭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每天想选题、查资料，耗尽精力却写不出几篇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C160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写稿慢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65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人工写一篇 2000 字需要 3-4 小时，一周最多 3-4 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C160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排版麻烦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在编辑器和编辑软件之间来回切换，调整格式花半天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C160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封面对齐难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用 PS 或在线工具做封面，尺寸不对、字体不统一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C160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发布繁琐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023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选题→写稿→排版→预览→推送，每步都要人工操作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C160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质量不稳定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709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自己写有时发挥失常，外包又怕质量差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C160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多账号难管理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394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多个账号来回切换，嫌麻烦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墨锻工坊 · </a:t>
            </a:r>
            <a:r>
              <a:rPr lang="zh-CN"/>
              <a:t>内容</a:t>
            </a:r>
            <a:r>
              <a:t>自动化发布系统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解决方案：一条全自动流水线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47483647"/>
            <a:ext cx="2147011200" cy="2147011200"/>
          </a:xfrm>
          <a:prstGeom prst="round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7483647"/>
            <a:ext cx="214701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选题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147483647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147483647"/>
            <a:ext cx="2147011200" cy="2147011200"/>
          </a:xfrm>
          <a:prstGeom prst="round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147483647"/>
            <a:ext cx="214701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写稿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47483647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147483647"/>
            <a:ext cx="2147011200" cy="2147011200"/>
          </a:xfrm>
          <a:prstGeom prst="round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147483647"/>
            <a:ext cx="214701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排版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47483647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147483647"/>
            <a:ext cx="2147011200" cy="2147011200"/>
          </a:xfrm>
          <a:prstGeom prst="round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147483647"/>
            <a:ext cx="214701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封面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47483647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2147483647"/>
            <a:ext cx="2147011200" cy="2147011200"/>
          </a:xfrm>
          <a:prstGeom prst="round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2147483647"/>
            <a:ext cx="214701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推送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8262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核心数据对比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3749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C160"/>
                </a:solidFill>
                <a:latin typeface="微软雅黑"/>
              </a:defRPr>
            </a:pPr>
            <a:r>
              <a:t>维度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3749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C160"/>
                </a:solidFill>
                <a:latin typeface="微软雅黑"/>
              </a:defRPr>
            </a:pPr>
            <a:r>
              <a:t>人工运营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3749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C160"/>
                </a:solidFill>
                <a:latin typeface="微软雅黑"/>
              </a:defRPr>
            </a:pPr>
            <a:r>
              <a:t>使用本系统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8321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每周产出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8321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3-4 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8321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20-30 篇，没有上限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3350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单篇耗时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3350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4 小时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3350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5 分钟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8379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排版成本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8379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30 分钟/篇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8379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自动完成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3408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封面制作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408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30 分钟/张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3408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3 秒/张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437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发布流程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8437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人工 5 步骤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8437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一键全自动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5373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7C160"/>
                </a:solidFill>
                <a:latin typeface="微软雅黑"/>
              </a:defRPr>
            </a:pPr>
            <a:r>
              <a:t>效率提升 48 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项目定位与适用人群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/>
              </a:defRPr>
            </a:pPr>
            <a:r>
              <a:t>本地化部署 · 数据私有 · 不依赖任何第三方云服务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2024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企业自媒体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需要高频发布，保持内容更新频率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自媒体工作室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运营多个账号，需要批量生产内容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6616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个人博主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时间有限，但想保持稳定的发布节奏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38912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营销团队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需要快速产出行业热点内容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212079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创业公司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预算有限，无法雇佣专业内容团队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技术架构总览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8229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0337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Web 可视化界面层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6383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Flask + 原生 HTML/JS/CSS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10058400" cy="8229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70065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业务逻辑层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24785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选题 │ 写稿 │ 排版 │ 封面 │ 发布 │ 定时任务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66160"/>
            <a:ext cx="10058400" cy="8229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9793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AI 能力层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22065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DeepSeek │ OpenAI │ 通义千问 │ Ollama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663440"/>
            <a:ext cx="10058400" cy="8229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844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数据存储层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90855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SQLite（用户/账号/文章/配置）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Python 生态完善 · Flask 轻量单进程 · SQLite 零配置即备份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核心模块拆解（一）：智能选题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5156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/>
              </a:defRPr>
            </a:pPr>
            <a:r>
              <a:t>多源数据采集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63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RSS 订阅 + 网页爬取 + Bing Search + DuckDuckGo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105156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/>
              </a:defRPr>
            </a:pPr>
            <a:r>
              <a:t>8 大领域支持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科技、汽车、财经、美食、育儿、健康、旅游、其他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105156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/>
              </a:defRPr>
            </a:pPr>
            <a:r>
              <a:t>AI 评分排序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0-10 分多维度评分，自动排序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105156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/>
              </a:defRPr>
            </a:pPr>
            <a:r>
              <a:t>智能决策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31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≥8.0 生成 3 篇，≥7.0 生成 2 篇，≥6.0 生成 1 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63440"/>
            <a:ext cx="105156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54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/>
              </a:defRPr>
            </a:pPr>
            <a:r>
              <a:t>缓存机制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7548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选题结果缓存 6 小时，避免重复抓取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0972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90FF"/>
                </a:solidFill>
                <a:latin typeface="微软雅黑"/>
              </a:defRPr>
            </a:pPr>
            <a:r>
              <a:t>从「找半天」到「1 分钟获取 10 个高质量选题」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核心模块拆解（二）：AI 写作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/>
              </a:defRPr>
            </a:pPr>
            <a:r>
              <a:t>四级自动降级，确保任何环境可用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7483647"/>
            <a:ext cx="2147011200" cy="2147011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7483647"/>
            <a:ext cx="214701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微软雅黑"/>
              </a:defRPr>
            </a:pPr>
            <a:r>
              <a:t>数据库默认模型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47483647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7C160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147483647"/>
            <a:ext cx="2147011200" cy="2147011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147483647"/>
            <a:ext cx="214701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微软雅黑"/>
              </a:defRPr>
            </a:pPr>
            <a:r>
              <a:t>config.json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47483647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7C160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147483647"/>
            <a:ext cx="2147011200" cy="2147011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147483647"/>
            <a:ext cx="214701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微软雅黑"/>
              </a:defRPr>
            </a:pPr>
            <a:r>
              <a:t>环境变量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47483647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7C160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147483647"/>
            <a:ext cx="2147011200" cy="2147011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147483647"/>
            <a:ext cx="214701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微软雅黑"/>
              </a:defRPr>
            </a:pPr>
            <a:r>
              <a:t>Ollama 本地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147483647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7C160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147483647"/>
            <a:ext cx="2147011200" cy="2147011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147483647"/>
            <a:ext cx="214701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微软雅黑"/>
              </a:defRPr>
            </a:pPr>
            <a:r>
              <a:t>内置模板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多模型支持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377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DeepSeek、OpenAI、通义千问、Moonshot、智谱 AI、本地 Ollama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去 AI 味儿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108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内置专业写作提示词，模仿真人写稿风格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爆款标题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基于好奇心缺口、损失厌恶、社会认同等心理学原理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AI 排版优化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572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自动优化文章结构和表达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多篇文章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303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一次选题可生成 1-3 篇不同角度的文章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核心模块拆解（</a:t>
            </a:r>
            <a:r>
              <a:rPr lang="zh-CN"/>
              <a:t>三</a:t>
            </a:r>
            <a:r>
              <a:t>）：封面生成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/>
              </a:defRPr>
            </a:pPr>
            <a:r>
              <a:t>尺寸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900 × 383 px（微信标准 2.35:1）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/>
              </a:defRPr>
            </a:pPr>
            <a:r>
              <a:t>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JPG / PNG，&lt; 5MB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/>
              </a:defRPr>
            </a:pPr>
            <a:r>
              <a:t>AI 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51760"/>
            <a:ext cx="8229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调用 image_gen 生成 AI 封面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/>
              </a:defRPr>
            </a:pPr>
            <a:r>
              <a:t>本地模式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918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Pillow 生成纯色+文字封面（无需网络）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47483647"/>
            <a:ext cx="2147011200" cy="2147011200"/>
          </a:xfrm>
          <a:prstGeom prst="round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47483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绿色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47483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微信绿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147483647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147483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深色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147483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暗黑风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147483647"/>
            <a:ext cx="2147011200" cy="2147011200"/>
          </a:xfrm>
          <a:prstGeom prst="round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147483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科技蓝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147483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专业蓝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147483647"/>
            <a:ext cx="2147011200" cy="2147011200"/>
          </a:xfrm>
          <a:prstGeom prst="roundRect">
            <a:avLst/>
          </a:prstGeom>
          <a:solidFill>
            <a:srgbClr val="FF5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147483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暖色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147483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活力橙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核心模块拆解（</a:t>
            </a:r>
            <a:r>
              <a:rPr lang="zh-CN"/>
              <a:t>四</a:t>
            </a:r>
            <a:r>
              <a:t>）：</a:t>
            </a:r>
            <a:r>
              <a:rPr lang="zh-CN"/>
              <a:t>公众号</a:t>
            </a:r>
            <a:r>
              <a:t>发布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/>
              </a:defRPr>
            </a:pPr>
            <a:r>
              <a:t>完整对接微信公众号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515600" cy="411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0584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Step 1: access_token 获取与缓存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10515600" cy="411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Step 2: 永久素材上传（封面图）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39"/>
            <a:ext cx="10515600" cy="411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Step 3: 草稿创建（draft/add）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79"/>
            <a:ext cx="10515600" cy="411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899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Step 4: 提交发布（freepublish/submit）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10515600" cy="411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Step 5: 查询发布状态（freepublish/get）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安全设计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• 默认推送到草稿箱，保留人工审核环节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• access_token 自动缓存，避免频繁请求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• 完整的错误处理和重试机制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核心模块拆解（</a:t>
            </a:r>
            <a:r>
              <a:rPr lang="zh-CN"/>
              <a:t>五</a:t>
            </a:r>
            <a:r>
              <a:t>）：链接改写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/>
              </a:defRPr>
            </a:pPr>
            <a:r>
              <a:t>五步流水线，把任意网页内容转化为原创公众号文章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5156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C160"/>
                </a:solidFill>
                <a:latin typeface="微软雅黑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提取链接内容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requests + Playwright 降级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105156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C160"/>
                </a:solidFill>
                <a:latin typeface="微软雅黑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AI 观点提取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分析风格 + 摘要 + 核心观点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39"/>
            <a:ext cx="105156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C160"/>
                </a:solidFill>
                <a:latin typeface="微软雅黑"/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3375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AI 文章仿写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3755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基于观点和摘要重新创作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79"/>
            <a:ext cx="105156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7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C160"/>
                </a:solidFill>
                <a:latin typeface="微软雅黑"/>
              </a:defRPr>
            </a:pPr>
            <a: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1147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爆款标题生成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1479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统一使用 title_generator 模块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46320"/>
            <a:ext cx="1051560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C160"/>
                </a:solidFill>
                <a:latin typeface="微软雅黑"/>
              </a:defRPr>
            </a:pPr>
            <a: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文章排版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892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Markdown → 公众号格式 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0972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90FF"/>
                </a:solidFill>
                <a:latin typeface="微软雅黑"/>
              </a:defRPr>
            </a:pPr>
            <a:r>
              <a:t>看到好文章，3 分钟变成自己的原创内容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核心模块拆解（</a:t>
            </a:r>
            <a:r>
              <a:rPr lang="zh-CN"/>
              <a:t>六</a:t>
            </a:r>
            <a:r>
              <a:t>）：</a:t>
            </a:r>
            <a:r>
              <a:rPr lang="zh-CN"/>
              <a:t>灵感发现</a:t>
            </a:r>
            <a:endParaRPr lang="zh-CN"/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/>
              </a:defRPr>
            </a:pPr>
            <a:r>
              <a:rPr lang="zh-CN"/>
              <a:t>内置「每日热搜」和「历史上的今天」</a:t>
            </a:r>
            <a:r>
              <a:t>，</a:t>
            </a:r>
            <a:r>
              <a:rPr lang="zh-CN"/>
              <a:t>搜集各大平台热点内容，随时为你提供</a:t>
            </a:r>
            <a:r>
              <a:rPr lang="zh-CN"/>
              <a:t>灵感</a:t>
            </a:r>
            <a:endParaRPr lang="zh-CN"/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  <a:endParaRPr>
              <a:sym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11 / 18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945" y="1539875"/>
            <a:ext cx="10854055" cy="4810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数据架构设计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用户表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642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登录会话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642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公众号账号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articles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9572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历史文章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0312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488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scheduled_tasks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39572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定时任务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10312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scheduled_task_runs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9572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任务执行记录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3464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domains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1272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领域分类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283464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ai_models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1272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AI 大模型配置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83464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cover_generations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1272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封面生成记录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56616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611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material_groups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8587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素材分组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56616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3611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C160"/>
                </a:solidFill>
                <a:latin typeface="微软雅黑"/>
              </a:defRPr>
            </a:pPr>
            <a:r>
              <a:t>material_library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38587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/>
              </a:defRPr>
            </a:pPr>
            <a:r>
              <a:t>素材库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多用户隔离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每个用户只能访问自己的数据，支持团队协作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应用场景一：全自动发布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/>
              </a:defRPr>
            </a:pPr>
            <a:r>
              <a:t>最适合：想要节省时间、自动生成和发布内容的用户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操作流程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48839"/>
            <a:ext cx="320040" cy="32004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1. 进入「工作台」页面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51759"/>
            <a:ext cx="320040" cy="32004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2. 点击「全自动发布」按钮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154679"/>
            <a:ext cx="320040" cy="32004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3. 系统自动执行：选题 → 写稿（1-3 篇）→ 预览 → 推送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657600"/>
            <a:ext cx="320040" cy="32004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4. 查看执行日志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最佳实践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• 设置定时任务：每天 9:00 自动运行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• 周一设置一次，一周内容自动完成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• 每天早上打开公众号，直接审核发布即可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应用场景二：精准选题写稿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微软雅黑"/>
              </a:defRPr>
            </a:pPr>
            <a:r>
              <a:t>最适合：对选题有特殊要求，需要精准控制的用户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操作流程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48839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1. 进入「自动选题」页面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06039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2. 点击「获取选题」获取最新热点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63239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3. 查看 AI 评分和选题描述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520439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4. 选中一个选题，点击「AI 生成文章」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977639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5. 在预览页面查看效果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43484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6. （可选）手动编辑文章内容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892040"/>
            <a:ext cx="274320" cy="274320"/>
          </a:xfrm>
          <a:prstGeom prst="ellipse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46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7. 点击「推送到草稿箱」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90FF"/>
                </a:solidFill>
                <a:latin typeface="微软雅黑"/>
              </a:defRPr>
            </a:pPr>
            <a:r>
              <a:t>数据驱动：不再靠「感觉」选题，AI 评分帮你快速判断选题质量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应用场景三：一键排版 + 定时任务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147011200" cy="2147011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一键排版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适合：已有优质内容，想要快速复用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• 粘贴网页或文档内容（支持任意格式）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• 自动识别标题/段落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• AI 智能排版优化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• 3 分钟完成从粘贴到发布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147011200" cy="2147011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定时任务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适合：需要自动化批量发布的用户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• 支持串行/并行两种执行模式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• 执行历史完整记录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• SSE 实时日志推送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• 失败自动重试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创新点总结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1. AI 评分驱动选题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不是简单的关键词匹配，而是基于 AI 对每条选题进行多维度评分，自动决定生成多少篇文章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2. 多模型自动降级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377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支持 5 种 LLM 后端，按优先级自动切换，确保任何环境下都能工作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3. 去 AI 味儿引擎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91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内置专业写作提示词，基于心理学原理（好奇心缺口、损失厌恶、社会认同）生成标题和内容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4. 全链路自动化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从选题到推送，5 个环节全部自动化，中间不需要任何人工干预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29200"/>
            <a:ext cx="2147011200" cy="2147011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5. 本地化 + 数据私有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所有数据存储在本地 SQLite 中，不依赖任何第三方云服务，数据完全可控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rPr>
                <a:sym typeface="+mn-ea"/>
              </a:rPr>
              <a:t>墨锻工坊 · </a:t>
            </a:r>
            <a:r>
              <a:rPr lang="zh-CN">
                <a:sym typeface="+mn-ea"/>
              </a:rPr>
              <a:t>内容</a:t>
            </a:r>
            <a:r>
              <a:rPr>
                <a:sym typeface="+mn-ea"/>
              </a:rPr>
              <a:t>自动化发布系统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47483647"/>
            <a:ext cx="2147011200" cy="2147011200"/>
          </a:xfrm>
          <a:prstGeom prst="rect">
            <a:avLst/>
          </a:prstGeom>
          <a:solidFill>
            <a:srgbClr val="07C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7C160"/>
                </a:solidFill>
                <a:latin typeface="微软雅黑"/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• 技术栈成熟 — Python + Flask + SQLite，稳定可靠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• 功能完整 — 覆盖选题、写作、排版、封面、发布全链路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• AI 深度集成 — 多模型支持，去 AI 味儿，爆款标题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• 数据私有 — 本地化部署，数据安全可控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• 开箱即用 — 支持 macOS/Windows 桌面打包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7C160"/>
                </a:solidFill>
                <a:latin typeface="微软雅黑"/>
              </a:defRPr>
            </a:pPr>
            <a:r>
              <a:t>未来规划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• 支持更多内容平台（小红书、抖音、知乎）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• 素材库 AI 智能推荐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• 团队协作与权限管理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• 数据分析与爆款预测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感谢聆听！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3253</Words>
  <Application>WPS 演示</Application>
  <PresentationFormat>On-screen Show (4:3)</PresentationFormat>
  <Paragraphs>548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宋体</vt:lpstr>
      <vt:lpstr>Wingdings</vt:lpstr>
      <vt:lpstr>Arial</vt:lpstr>
      <vt:lpstr>微软雅黑</vt:lpstr>
      <vt:lpstr>方正雅意黑 GB18030L2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盛玉</cp:lastModifiedBy>
  <cp:revision>23</cp:revision>
  <dcterms:created xsi:type="dcterms:W3CDTF">2026-10-08T02:21:34Z</dcterms:created>
  <dcterms:modified xsi:type="dcterms:W3CDTF">2026-10-08T02:21:34Z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C09B74EF7B42E3A2D823C66A7A531713_42</vt:lpwstr>
  </property>
  <property fmtid="{D5CDD505-2E9C-101B-9397-08002B2CF9AE}" pid="3" name="KSOProductBuildVer">
    <vt:lpwstr>2052-12.1.26046.26046</vt:lpwstr>
  </property>
</Properties>
</file>